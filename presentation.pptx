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/eFhCAsvG6YU2Ir/SAghJ+zvw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Difficulty Scoring &amp; Insights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Author: </a:t>
            </a:r>
            <a:r>
              <a:rPr lang="en-US"/>
              <a:t>Chaitanya, Ashish Kumar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Generated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Flight Difficulty Case Study — 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1 — Title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Flight Difficulty Scoring &amp; Operational Insights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Author: </a:t>
            </a:r>
            <a:r>
              <a:rPr lang="en-US"/>
              <a:t>Chaitanya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Date: (run date)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2 — Objective &amp; Data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Objective: build a daily, per-flight difficulty score to prioritize operational focus.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Data: Flight-level, PNR (passenger), PNR remarks (SSRs), Bag-level, Airports reference.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3 — Approach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EDA: compute delays, ground time surplus, bag aggregates, load factors, SSR counts.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Feature engineering: load_factor, transfer_share, ground_pressure (negative ground_time_surplus), n_ssr, bag counts, passenger composition.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Scoring: robust scaling (median/MAD) per-day, weighted linear combination, normalized 0..1, daily ranking and 3-way class.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4 — Key EDA results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Average departure delay: 21.18 minutes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% flights delayed: 49.6%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Flights with scheduled ground time &lt;= minimum_turn + 5min: 780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Weak negative correlation between load and delays (corr=-0.150)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5 — Scoring method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Features standardized within-day using median/MAD to reduce outlier effects.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Weighted combination (example weights): ground_pressure 30%, load 20%, transfer_share 15%, n_ssr 15%, other small weights.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Normalize to 0..1 each day; rank and classify: top 20% -&gt; Difficult, bottom 30% -&gt; Easy, rest -&gt; Medium.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6 — Top operational findings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Destinations with most Difficult flights: IAH, SFO, DEN, LAX, SEA (sample top 5)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Common drivers: short ground_time_surplus, high transfer share, higher SSR counts in some flights, and aircraft/turn patterns.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7 — Recommendations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Increase buffer for flights with ground_time_surplus &lt;= minimum_turn + 5min, or prioritize resources (staffing/bridging) for high-rank flights.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Review transfer baggage handling at frequent difficult destinations, add dedicated transfer lanes or pre-boarding sorting.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Monitor SSR-heavy flights and pre-assign assistance staff.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the daily score to prioritize real-time decisions: dispatch resources, pre-clear transfer bags, adjust pushback targets.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8 — Next steps &amp; reproducibility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Validate with more historical days and compare to actual delay incidents.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 model-based scoring (e.g., XGBoost) to predict minute-level delay risk and compare to rule-based score.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Code: `hello.py` (main), `requirements.txt`. Run instructions in `DELIVERABLES.md`.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ily_mean_difficulty.png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fficulty_score_hist.png"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ature_importances.png" id="153" name="Google Shape;1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ad_vs_delay_scatter.png" id="158" name="Google Shape;1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_destinations_difficult_count.png"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